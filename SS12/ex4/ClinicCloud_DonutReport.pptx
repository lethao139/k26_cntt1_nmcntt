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 le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Ho hap</c:v>
                </c:pt>
                <c:pt idx="1">
                  <c:v>Tieu hoa</c:v>
                </c:pt>
                <c:pt idx="2">
                  <c:v>Tim mach</c:v>
                </c:pt>
                <c:pt idx="3">
                  <c:v>Da lieu</c:v>
                </c:pt>
                <c:pt idx="4">
                  <c:v>Khac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Bệnh hô hấp chiếm 45% tổng số ca khám, cần ưu tiên bổ sung vật tư y tế.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M365 Copilot</dc:creator>
  <keywords/>
  <dc:description>generated using python-pptx</dc:description>
  <lastModifiedBy>M365 Copilot</lastModifiedBy>
  <revision>1</revision>
  <dcterms:created xsi:type="dcterms:W3CDTF">2026-10-26T02:22:55.7113815Z</dcterms:created>
  <dcterms:modified xsi:type="dcterms:W3CDTF">2026-10-26T02:22:55.7113815Z</dcterms:modified>
  <category/>
</coreProperties>
</file>