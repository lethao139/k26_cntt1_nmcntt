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Smart-Home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Giải pháp đấu giá nhà đất minh bạch và tối ưu chi phí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Đấu giá truyền thống thiếu minh bạch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Nền tảng đấu giá trực tuyến thời gian thực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Thị trường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Nhu cầu giao dịch bất động sản tăng mạnh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Quản lý đấu giá và thanh toán tập trung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Mô hình doanh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Phí giao dịch và hoa hồng môi giới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Lợi thế cạnh tranh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Tự động hóa và dữ liệu tập trung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Kế hoạch tăng trưởng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Mở rộng toàn quốc trong 3 năm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Đội ngũ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Kinh nghiệm công nghệ và bất động sản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Kêu gọi đầu tư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Huy động vốn để mở rộng nền tảng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2026-10-26T02:48:57.0173118Z</dcterms:created>
  <dcterms:modified xsi:type="dcterms:W3CDTF">2026-10-26T02:48:57.0173118Z</dcterms:modified>
  <category/>
</coreProperties>
</file>