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Lộ trình 4 bước đưa tri thức đến mọi nơi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Đăng ký → Học → Thi → Nhận chứng chỉ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2026-10-26T01:54:22.8679074Z</dcterms:created>
  <dcterms:modified xsi:type="dcterms:W3CDTF">2026-10-26T01:54:22.8679074Z</dcterms:modified>
  <category/>
</coreProperties>
</file>