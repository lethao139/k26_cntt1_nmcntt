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Phòng thủ đa lớp giúp giảm 90% rủi ro tấn công từ dữ liệu thô.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Chiến lược phòng thủ 3 tầng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Montserrat"/>
              </a:defRPr>
            </a:pPr>
            <a:r>
              <a:t>Tầng 1 (Vành đai): Firewall, IDS/IPS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Montserrat"/>
              </a:defRPr>
            </a:pPr>
            <a:r>
              <a:t>Tầng 2 (Mạng &amp; Thiết bị): EDR, Antivirus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Montserrat"/>
              </a:defRPr>
            </a:pPr>
            <a:r>
              <a:t>Tầng 3 (Dữ liệu &amp; Danh tính): Mã hóa, MFA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2026-10-26T02:41:14.6076501Z</dcterms:created>
  <dcterms:modified xsi:type="dcterms:W3CDTF">2026-10-26T02:41:14.6076501Z</dcterms:modified>
  <category/>
</coreProperties>
</file>